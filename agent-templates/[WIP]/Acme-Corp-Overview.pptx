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4A6CF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A6CF7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ACME CORP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Innovating for a better tomorrow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31520" y="301752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2026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114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Us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is a global technology company founded in 2015, dedicated to building products that simplify complex workflows for businesses of all sizes.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offices in San Francisco, London, and Tokyo, we serve over 2,000 customers in 40+ countries.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303520" y="137160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371600"/>
            <a:ext cx="64008" cy="8229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7784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303520" y="242316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303520" y="2423160"/>
            <a:ext cx="64008" cy="8229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606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850+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577840" y="2862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303520" y="347472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303520" y="3474720"/>
            <a:ext cx="64008" cy="82296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6576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577840" y="3913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Services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solutions tailored to your business needs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2514600" cy="27432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17320" y="1828800"/>
            <a:ext cx="1097280" cy="109728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05740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 with 99.99% uptime and enterprise-grade security.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520440" y="1645920"/>
            <a:ext cx="2514600" cy="27432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06240" y="1828800"/>
            <a:ext cx="1097280" cy="109728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0574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Analytics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70332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and real-time dashboards for data-driven decisions.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1645920"/>
            <a:ext cx="2514600" cy="27432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995160" y="1828800"/>
            <a:ext cx="1097280" cy="1097280"/>
          </a:xfrm>
          <a:prstGeom prst="ellipse">
            <a:avLst/>
          </a:prstGeom>
          <a:solidFill>
            <a:srgbClr val="4A6C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0574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9224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guidance on digital transformation and technology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that drives innovation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17830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20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436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in enterprise tech. Previously VP at Stripe.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5176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54680" y="17830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20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Reid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74320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78892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Google engineer. PhD in distributed systems.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0060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303520" y="17830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9202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204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 Torres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204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Design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93776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design at three unicorn startups. RISD graduate.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49440" y="155448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52360" y="17830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92024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408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Park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04088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08660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ARR from $2M to $50M at prior venture.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 from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20240" cy="457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+62% YoY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920240" cy="292608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463040"/>
            <a:ext cx="1920240" cy="457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373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6974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974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SLA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1463040"/>
            <a:ext cx="1920240" cy="292608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1463040"/>
            <a:ext cx="1920240" cy="457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4.8/5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48463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4632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&amp; Capterra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03720" y="1463040"/>
            <a:ext cx="1920240" cy="2926080"/>
          </a:xfrm>
          <a:prstGeom prst="rect">
            <a:avLst/>
          </a:prstGeom>
          <a:solidFill>
            <a:srgbClr val="0F1A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463040"/>
            <a:ext cx="1920240" cy="457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73736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6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9951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9951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4A6CF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4A6CF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Connect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11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hello@acmecorp.com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www.acmecorp.com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(555) 123-4567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Innovation Drive, San Francisco, CA 94105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Company Overview</dc:title>
  <dc:subject>PptxGenJS Presentation</dc:subject>
  <dc:creator>Acme Corp</dc:creator>
  <cp:lastModifiedBy>Acme Corp</cp:lastModifiedBy>
  <cp:revision>1</cp:revision>
  <dcterms:created xsi:type="dcterms:W3CDTF">2026-02-18T14:56:01Z</dcterms:created>
  <dcterms:modified xsi:type="dcterms:W3CDTF">2026-02-18T14:56:01Z</dcterms:modified>
</cp:coreProperties>
</file>